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Easy-Trainer 사용 매뉴얼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https://github.com/Plan-99/Easy-Collector/tree/v2.3.3 접속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실행 환경 구성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Deb 파일 생성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Deb 파일 실행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594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52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https://github.com/Plan-99/Easy-Collector/tree/v2.3.3 접속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실행 환경 구성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Deb 파일 생성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Deb 파일 실행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594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52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센서 페이지  -&gt; “+”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센서 이름, 센서 종류, 시리얼 넘버 입력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추가된 센서의 버튼 클릭 -&gt; 카메라 화면 확인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센서 추가하기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센서 켜기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Intel Realsense 지원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58383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3213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Agile X Piper</a:t>
            </a:r>
          </a:p>
          <a:p>
            <a:r>
              <a:t>레인보우로보틱스 RB시리즈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Robot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로봇 페이지  -&gt; “+”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2-1. 앱에서 지원하는 로봇일 경우,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로봇 이름, 로봇 종류, 통신 포트 입력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로봇 추가하기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2-2. 앱에서 지원하지 않는 로봇일 경우,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다음의 Ros2 요소들을 직접 입력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로봇 켜기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추가된 로봇의 버튼 클릭 -&gt; Joint 값 잘 나오는지 확인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587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58383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71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간단한 로봇 조작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Joint Space 조작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Task Space 조작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아래 창에서  “+”, “-” 버튼을 통해 간단하게 로봇을 조작할 수 있음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홈 포즈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우측 하단의 주황색 설정 모양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원하는 홈 포즈 입력 후 저장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이후 초록색 홈 버튼 클릭 시, 로봇이 저장한 포즈로 이동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46285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65253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Robot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대부분의 로봇은 매니퓰레이터 + 외부 그리퍼 형태로 동작합니다. 또한 어떤 작업은 여러 대의 로봇을 필요로 합니다.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따라서 Easy-Trainer에서는 로봇을 어셈블리(여러 개의 로봇을 그루핑한 형태)로 저장해 작업 시 함께 동작하도록 합니다.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로봇을 클릭하면, 좌측 사람 모형이 로봇의 역할에 맞게 자동으로 업데이트됨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19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Easy-Controller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Easy-Controller는 로봇과 기구학적으로 동일하게 제작되어 로봇을 조종할 수 있는 리더 로봇형 컨트롤러 장치입니다.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Easy-Controller 전원 및 보드 연결 방법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48856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5029200" cy="1860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Teleoperation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어셈블리 페이지에서 어셈블리 우클릭 후 Teleoperation Setting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텔레오퍼레이션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Start Leader Robot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우측에 리더 로봇의 다이나믹셀 모터값들이 나타나면, 드래그 &amp; 드랍으로 매칭되는 Joint 번호에 배치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Step 1. 원점 캘리브레이션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4844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Teleoperation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리더 로봇을 작업 로봇의 원점과 동일하게 배치 후 “Save &amp; Go Next”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5. 리더 로봇 그리퍼를 다음과 같이 벌린 상태에서 첫번째 값 저장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Step 2. 그리퍼 캘리브레이션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6. 리더 로봇 그리퍼를 다음과 같이 닫은 상태에서 두번째 값 저장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7. 텔레오퍼레이션을 직접 해보면서 반대로 움직이는 조인트 번호를 체크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Step 3. 조인트 방향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8, EMA 계수 설정을 통해 로봇이 리더 로봇을 따라 보다 부드럽게 움직이도록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Step 4. 부드러움 설정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9888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71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Teleoperation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텔레오퍼레이션 실행 시, 리더 로봇에 토크가 걸리며 작업 로봇과 동일한 포즈로 이동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포즈를 맞춘 상태에서 그리퍼를 닫으면 리더 로봇에 토크가 풀리며  로봇을 조종할 수 있음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그리퍼를 일정 각도 이상으로 벌릴 시, 리더 로봇에 토크가 걸리며 그 자리에서 정지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879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8.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Workspace 페이지는 로봇에게 시키고 싶은 작업에 대한 페이지입니다.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작업 환경을 설정하고, 데이터를 수집하고, 추론을 통해 직접 일을 시킬 수 있습니다.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Workspace 탭 -&gt; Select Workspace에서 워크스페이스 선택, 혹은  워크스페이스 생성 -&gt; Setting 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작업 환경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작업에서 사용하고 싶은 센서 및 화질 선택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선택 시 카메라 화면이 선택한 화질로 화면에 표시됨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작업에서 사용하고 싶은 로봇 어셈블리 선택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선택 시, 로봇의 현재 포지션 값과 액션 값(리더 로봇의 포지션 값)이 화면에 표시됨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작업 데이터의 에피소드 길이 선택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428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71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9.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로봇을 학습시키기 위해 반드시 필요한 데이터를 다음과 같이 쉽게 모을 수 있습니다.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데이터 수집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Workspace 탭 -&gt; Data 탭에서 데이터를 저장할  폴더 추가 또는 선택 (좌측 하단의 Select Dataset Folder 확인)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우측 하단의 REC 버튼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리더 로봇이 작업 로봇과 동일한 포즈로 이동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텔레오퍼레이션이 시작되며 데이터가 Workspace의 Episode length 길이동안 저장됨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27235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2629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10. Data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다양한 환경에 강건하게 학습을 시키기 위해, 수집한 데이터를 조작하여 증강합니다.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Workspace 탭 -&gt; Data 탭에서 데이터 폴더 우클릭 후 Augment Dataset 클릭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2-1. Lightness 증강: 이미지의 밝기를 단순히 조절해줌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2-2. Disturbances 증강: 이미지에 지정한 색상의 사각형 추가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2-3. Salt and Pepper 증강: 이미지에 랜덤하게 흰 픽셀과 검은 픽셀 추가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2-4. Gausian Noise 증강: 이미지에 가우시안 노이즈 추가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데이터 증강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60985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7059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70597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7059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11.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데이터셋 선택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Train 탭 -&gt; 상단 Select Workspace에서 워크스페이스 선택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학습 시 사용할 데이터셋 폴더 선택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Policy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Select Policy에서 Policy 선택, 또는 새로운 Policy 생성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모방학습 모델 및 모델 관련 하이퍼파라미터 설정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5. 학습 관련 하이퍼파라미터 설절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6. 학습 시작. 그래프를 통해 잘 학습되는지 확인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모델 학습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168916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286000" cy="16850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286000" cy="168916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657600"/>
            <a:ext cx="2286000" cy="16767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11.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파인 튜닝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좌측 상단의 Load Model from Checkpoint에서 사전학습된 모델을 불러와서 추가 학습할 수 있다.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학습 대기열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현재 프로그램이 학습 중인 상태에서 추가로 학습을 시키면 학습 대기열에 저장되어, 현재 진행 중인 학습이 끝나는 즉시 대기열에 있는 학습이 진행된다.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180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12.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9144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추론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Workspace 탭 -&gt; Inference 탭에 학습시킨 모델이 추가됨. 로봇과 카메라가 켜진 상태에서 이 모델 클릭 후 Start Inference 클릭 시 로봇이 학습시킨대로 행동함.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69168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5029200" cy="3444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